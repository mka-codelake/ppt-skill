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44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Seed-Notiz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pptc</a:t>
            </a:r>
            <a:r>
              <a:rPr lang="de-DE" dirty="0"/>
              <a:t> </a:t>
            </a:r>
            <a:r>
              <a:rPr lang="de-DE" dirty="0" err="1"/>
              <a:t>default</a:t>
            </a:r>
            <a:endParaRPr dirty="0"/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8F460410-FB2E-9888-E14E-A55B7D50BA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Macintosh PowerPoint</Application>
  <PresentationFormat>Breitbild</PresentationFormat>
  <Paragraphs>2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pptc default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Matthias Brusdeylins</cp:lastModifiedBy>
  <cp:revision>3</cp:revision>
  <dcterms:created xsi:type="dcterms:W3CDTF">2013-01-27T09:14:16Z</dcterms:created>
  <dcterms:modified xsi:type="dcterms:W3CDTF">2026-06-12T17:58:55Z</dcterms:modified>
  <cp:category/>
</cp:coreProperties>
</file>