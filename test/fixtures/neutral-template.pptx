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Titel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Untertitel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Titel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Inhalt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Titel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Links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4592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Rechts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4592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2026-06-11T17:11:38Z</dcterms:created>
  <dcterms:modified xsi:type="dcterms:W3CDTF">2026-06-11T17:11:38Z</dcterms:modified>
</cp:coreProperties>
</file>