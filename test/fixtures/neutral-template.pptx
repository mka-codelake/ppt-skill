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Body 1-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</p:bgPr>
    </p:bg>
    <p:spTree>
      <p:nvGrpSpPr>
        <p:cNvPr id="1" name="Body 2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2-2"/>
          <p:cNvSpPr/>
          <p:nvPr>
            <p:ph idx="100" type="title" hasCustomPrompt="1"/>
          </p:nvPr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Titel</a:t>
            </a:r>
            <a:endParaRPr lang="en-US" dirty="0"/>
          </a:p>
        </p:txBody>
      </p:sp>
      <p:sp>
        <p:nvSpPr>
          <p:cNvPr id="3" name="Body 2-3"/>
          <p:cNvSpPr/>
          <p:nvPr>
            <p:ph idx="101" type="body" hasCustomPrompt="1"/>
          </p:nvPr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Untertitel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Body 3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3-2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Titel</a:t>
            </a:r>
            <a:endParaRPr lang="en-US" dirty="0"/>
          </a:p>
        </p:txBody>
      </p:sp>
      <p:sp>
        <p:nvSpPr>
          <p:cNvPr id="3" name="Body 3-3"/>
          <p:cNvSpPr/>
          <p:nvPr>
            <p:ph idx="101" type="body" hasCustomPrompt="1"/>
          </p:nvPr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Inhalt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LUMN">
    <p:bg>
      <p:bgPr>
        <a:solidFill>
          <a:srgbClr val="FFFFFF"/>
        </a:solidFill>
      </p:bgPr>
    </p:bg>
    <p:spTree>
      <p:nvGrpSpPr>
        <p:cNvPr id="1" name="Ph 4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 4-2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Titel</a:t>
            </a:r>
            <a:endParaRPr lang="en-US" dirty="0"/>
          </a:p>
        </p:txBody>
      </p:sp>
      <p:sp>
        <p:nvSpPr>
          <p:cNvPr id="3" name="Ph 4-3"/>
          <p:cNvSpPr/>
          <p:nvPr>
            <p:ph idx="101" type="body" hasCustomPrompt="1"/>
          </p:nvPr>
        </p:nvSpPr>
        <p:spPr>
          <a:xfrm>
            <a:off x="64008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Links</a:t>
            </a:r>
            <a:endParaRPr lang="en-US" dirty="0"/>
          </a:p>
        </p:txBody>
      </p:sp>
      <p:sp>
        <p:nvSpPr>
          <p:cNvPr id="4" name="Ph 4-4"/>
          <p:cNvSpPr/>
          <p:nvPr>
            <p:ph idx="102" type="body" hasCustomPrompt="1"/>
          </p:nvPr>
        </p:nvSpPr>
        <p:spPr>
          <a:xfrm>
            <a:off x="630936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Rechts</a:t>
            </a: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idx="100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Picture"/>
          <p:cNvSpPr>
            <a:spLocks noGrp="1"/>
          </p:cNvSpPr>
          <p:nvPr>
            <p:ph type="pic" idx="103"/>
          </p:nvPr>
        </p:nvSpPr>
        <p:spPr>
          <a:xfrm>
            <a:off x="640080" y="1645920"/>
            <a:ext cx="6400800" cy="4572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0936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2026-06-11T17:11:38Z</dcterms:created>
  <dcterms:modified xsi:type="dcterms:W3CDTF">2026-06-11T17:11:38Z</dcterms:modified>
</cp:coreProperties>
</file>