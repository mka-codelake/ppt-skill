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Untertitel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Inhalt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LUM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Titel</a:t>
            </a: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Links</a:t>
            </a: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Rechts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840480"/>
            <a:ext cx="10972800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1097280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65760"/>
            <a:ext cx="1097280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309360" y="1645920"/>
            <a:ext cx="5303520" cy="45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2026-06-11T17:11:38Z</dcterms:created>
  <dcterms:modified xsi:type="dcterms:W3CDTF">2026-06-11T17:11:38Z</dcterms:modified>
</cp:coreProperties>
</file>